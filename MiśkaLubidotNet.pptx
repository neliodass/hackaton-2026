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FF94C9-2A6E-4FD2-BFC5-534A4F538012}" type="datetimeFigureOut">
              <a:rPr lang="pl-PL" smtClean="0"/>
              <a:t>10.05.2026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F1693-76C6-4FA6-B1A2-B4F23ECA89F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09941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1F1693-76C6-4FA6-B1A2-B4F23ECA89F7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24357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EEB80D8-EFC5-ED2A-8B4F-2DCD84C093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312FEFB-F0A4-AA74-CBEF-B9A1D7F31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F809D51-5417-B3AF-B293-607F1E9DF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7EF0E-47FC-4863-9530-0345A52B35DE}" type="datetimeFigureOut">
              <a:rPr lang="pl-PL" smtClean="0"/>
              <a:t>10.05.2026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F7F6A82-08DE-9EB5-02AD-E41DAF129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A7535B2-4BBB-FD3D-1CF1-EEF18FDE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948C-939C-43F1-A23C-57878BAAA8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8617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38CAD13-BC06-C837-5A36-FE9A526A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532B47-CFA1-3CE9-0A68-CF0D9901D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4CB70C3-BAD4-00DB-731E-AA33C39E1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7EF0E-47FC-4863-9530-0345A52B35DE}" type="datetimeFigureOut">
              <a:rPr lang="pl-PL" smtClean="0"/>
              <a:t>10.05.2026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93DB428-9D85-CA7F-1607-C8F86266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D97B496-855D-9C3C-9E7B-719893204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948C-939C-43F1-A23C-57878BAAA8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88395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808360-26C0-4AF1-BD72-EBEC878FF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C5A4117-BF12-7CAE-DEF2-6EBCEA308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6737E24-849E-5577-631E-28DB0ED98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7EF0E-47FC-4863-9530-0345A52B35DE}" type="datetimeFigureOut">
              <a:rPr lang="pl-PL" smtClean="0"/>
              <a:t>10.05.2026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E69A013-5807-3AAA-B1A7-5D59A7796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05805C8-B7D7-8BF4-1389-A2738174F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948C-939C-43F1-A23C-57878BAAA8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9882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56F9A2-5AE9-AD9A-074E-8DA00ADD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321D4A1-8142-0B50-7ECE-77D3E300B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195A670C-DB5D-9007-0EB0-829455B91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B1F7302-F77E-E8CB-305C-76E879911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7EF0E-47FC-4863-9530-0345A52B35DE}" type="datetimeFigureOut">
              <a:rPr lang="pl-PL" smtClean="0"/>
              <a:t>10.05.2026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832D8DD-FC7E-9C6A-4FE9-4512005E9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B7F2F38-F879-575A-016D-87A9FC417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948C-939C-43F1-A23C-57878BAAA8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3855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8105DAF-1DEA-11D4-8932-0F8958306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B5DE17F-E210-291B-99D4-03E0A5A26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A60227F-C229-C2FF-1DC5-428DFF2FA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D58916D-9C79-7EE5-2C5D-BEBEB8773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B550A4CD-9C37-867D-695C-C8B2F5847D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6F869665-65CF-4D92-4536-A03998B03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7EF0E-47FC-4863-9530-0345A52B35DE}" type="datetimeFigureOut">
              <a:rPr lang="pl-PL" smtClean="0"/>
              <a:t>10.05.2026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7F55CAFC-6822-669A-624C-17FA8554E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45206D40-48CD-454B-CC1A-D7A04692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948C-939C-43F1-A23C-57878BAAA8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02239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A54E7DD-44EE-CB9D-B2DB-24E05F8BD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07CCABF-A1EF-CF9D-67FA-F386FED05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7EF0E-47FC-4863-9530-0345A52B35DE}" type="datetimeFigureOut">
              <a:rPr lang="pl-PL" smtClean="0"/>
              <a:t>10.05.2026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FFF6A19-376E-B998-9CAD-6FA8DBFC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0698F52-E6E2-19CB-31DF-1B8258CD3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948C-939C-43F1-A23C-57878BAAA8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39303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50D9E3D-7C72-DC67-79BE-EEC89AAF9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7EF0E-47FC-4863-9530-0345A52B35DE}" type="datetimeFigureOut">
              <a:rPr lang="pl-PL" smtClean="0"/>
              <a:t>10.05.2026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4D135EC-F99D-67E6-34D5-6F662639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F49C870-7AF2-F929-3D13-395E664DD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948C-939C-43F1-A23C-57878BAAA8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1169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A29BCF-8F7C-C442-A8FD-52B5D0814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AD63BBD-6367-CA96-3B55-D45AE3CD8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6388DEA-B255-274E-5B8E-2FF6AE4145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F35F7C5-1EFA-5B58-55C9-C80079647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7EF0E-47FC-4863-9530-0345A52B35DE}" type="datetimeFigureOut">
              <a:rPr lang="pl-PL" smtClean="0"/>
              <a:t>10.05.2026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E594C5B-89B3-152F-09A4-4824F298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245C9CE9-9587-6099-42B2-3659866C7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948C-939C-43F1-A23C-57878BAAA8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91849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84412E5-0261-07BE-E9B7-B7D226884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4060B17F-B291-8CC3-FE72-CE324CA204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82B5B8AB-354B-E0A0-0804-D61241F5D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DD22BCC-98A7-1F87-4FE5-1A6B5F47D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7EF0E-47FC-4863-9530-0345A52B35DE}" type="datetimeFigureOut">
              <a:rPr lang="pl-PL" smtClean="0"/>
              <a:t>10.05.2026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923D8E8-A7D4-14AC-54E4-8D6DCD4A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F325722-E11A-5439-F1EE-83E1CF250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948C-939C-43F1-A23C-57878BAAA8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052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210DBC-77CB-1FB9-8B7E-28B873BA9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95ABE43-628F-E4CF-B9CC-015D741C1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D8EF64D-E683-19C4-CD5B-F78EF4E8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7EF0E-47FC-4863-9530-0345A52B35DE}" type="datetimeFigureOut">
              <a:rPr lang="pl-PL" smtClean="0"/>
              <a:t>10.05.2026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1900ACD-F521-AF21-70EE-635012679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04EFCD2-B9E8-DCB7-1321-6F669052F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948C-939C-43F1-A23C-57878BAAA8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116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8BA52AE-8A4D-2016-0FAA-0F23ADA6D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DF5DB9A-13F5-62EC-3C2B-A7F5B7B596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7D10059-7117-762D-4ECB-2AE166F90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7EF0E-47FC-4863-9530-0345A52B35DE}" type="datetimeFigureOut">
              <a:rPr lang="pl-PL" smtClean="0"/>
              <a:t>10.05.2026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F349F30-237C-B883-1B27-3D520147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F0BC8AF-DF30-AE21-D77D-C1AB20CC1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948C-939C-43F1-A23C-57878BAAA8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68268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07CDC975-9AE3-0868-1892-543E62F70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7462BE0-EFC0-4D4B-A9C4-371FD9920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A2348A3-1212-F720-7717-C8287EFB66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F7EF0E-47FC-4863-9530-0345A52B35DE}" type="datetimeFigureOut">
              <a:rPr lang="pl-PL" smtClean="0"/>
              <a:t>10.05.2026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34ADAFD-F3E0-E7D7-559A-38FBBDE3DF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D4B4C8E-99EC-3B0D-F5AE-C224F1B10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1948C-939C-43F1-A23C-57878BAAA8C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4823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AB17C8-1570-4F4A-3341-255AF721E8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5AB55F6-1BAE-BD45-F8C9-DF14910EBF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318C73E-2D7A-CAB4-C4BA-9C62BCC5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874"/>
            <a:ext cx="12192000" cy="689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0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3E6F8C-2995-857C-AA37-4860F0867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6404DD1-D0A5-7C54-855B-1F54582B4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5AB7832-B7F5-2CDB-C296-7AAEE991A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2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541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AC5314D4-4E88-11F2-E6B6-EAE4BA2944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280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3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3E9FF5-F10C-24C4-997A-EFC598954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37FA73D-8AB6-9914-9423-30D7C65D3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FA06E3C0-A9DB-8CFD-6B4A-75472A454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547"/>
            <a:ext cx="12192000" cy="691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442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82FF2017-B7B3-17E0-D735-9BC010116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8211"/>
            <a:ext cx="12192000" cy="6914422"/>
          </a:xfrm>
          <a:prstGeom prst="rect">
            <a:avLst/>
          </a:prstGeom>
        </p:spPr>
      </p:pic>
      <p:pic>
        <p:nvPicPr>
          <p:cNvPr id="7" name="Symbol zastępczy zawartości 6">
            <a:extLst>
              <a:ext uri="{FF2B5EF4-FFF2-40B4-BE49-F238E27FC236}">
                <a16:creationId xmlns:a16="http://schemas.microsoft.com/office/drawing/2014/main" id="{048977E9-1C34-ECE0-B147-92A9F87F5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137" y="0"/>
            <a:ext cx="9229725" cy="692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53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24AD9EB-3622-1D5E-1C91-E0D50AAAB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A368404-A263-36FF-2419-9DA6FE6B1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6BB865F-D6BD-B267-9AE0-9EF68487D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991"/>
            <a:ext cx="12192000" cy="6973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35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7910494-CCE3-39C8-E40F-88C84E4EB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763E72F-ADEF-ED4B-4505-2D4C70119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5035575-60D6-7EE2-AEFC-254331E94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381" y="0"/>
            <a:ext cx="122307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845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42E7B1-9B41-DC14-9665-8E7D77EB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D1E4B08-AB01-FFD3-AA73-7D71E983A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280F4C1-3334-1713-453D-12E37FA7C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20" y="0"/>
            <a:ext cx="12208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997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</Words>
  <Application>Microsoft Office PowerPoint</Application>
  <PresentationFormat>Panoramiczny</PresentationFormat>
  <Paragraphs>1</Paragraphs>
  <Slides>8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Or</dc:creator>
  <cp:lastModifiedBy>Igor Or</cp:lastModifiedBy>
  <cp:revision>1</cp:revision>
  <dcterms:created xsi:type="dcterms:W3CDTF">2026-05-10T10:45:14Z</dcterms:created>
  <dcterms:modified xsi:type="dcterms:W3CDTF">2026-05-10T10:51:58Z</dcterms:modified>
</cp:coreProperties>
</file>